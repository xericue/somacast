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Pulickan" userId="d4994702-2fe4-4ae6-a605-14581422a4ea" providerId="ADAL" clId="{E8F38EA5-722D-2145-B75D-9443F98102FA}"/>
    <pc:docChg chg="custSel modSld">
      <pc:chgData name="George Pulickan" userId="d4994702-2fe4-4ae6-a605-14581422a4ea" providerId="ADAL" clId="{E8F38EA5-722D-2145-B75D-9443F98102FA}" dt="2025-11-16T23:32:02.764" v="1" actId="26606"/>
      <pc:docMkLst>
        <pc:docMk/>
      </pc:docMkLst>
      <pc:sldChg chg="addSp delSp modSp mod setBg setClrOvrMap">
        <pc:chgData name="George Pulickan" userId="d4994702-2fe4-4ae6-a605-14581422a4ea" providerId="ADAL" clId="{E8F38EA5-722D-2145-B75D-9443F98102FA}" dt="2025-11-16T23:32:02.764" v="1" actId="26606"/>
        <pc:sldMkLst>
          <pc:docMk/>
          <pc:sldMk cId="110657206" sldId="259"/>
        </pc:sldMkLst>
        <pc:spChg chg="mod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2" creationId="{EFA86F11-D506-9A0E-EB55-4392439F4881}"/>
          </ac:spMkLst>
        </pc:spChg>
        <pc:spChg chg="del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3" creationId="{87B02213-0BFB-5C76-A615-054BD4682F9C}"/>
          </ac:spMkLst>
        </pc:spChg>
        <pc:spChg chg="del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8" creationId="{5C8908E2-EE49-44D2-9428-A28D2312A8D5}"/>
          </ac:spMkLst>
        </pc:spChg>
        <pc:spChg chg="del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16" creationId="{ED888B23-07FA-482A-96DF-47E31AF1A603}"/>
          </ac:spMkLst>
        </pc:spChg>
        <pc:spChg chg="del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17" creationId="{BD92035A-AA2F-4CD8-A556-1CE8BDEC75BD}"/>
          </ac:spMkLst>
        </pc:spChg>
        <pc:spChg chg="add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22" creationId="{66B332A4-D438-4773-A77F-5ED49A448D9D}"/>
          </ac:spMkLst>
        </pc:spChg>
        <pc:spChg chg="add">
          <ac:chgData name="George Pulickan" userId="d4994702-2fe4-4ae6-a605-14581422a4ea" providerId="ADAL" clId="{E8F38EA5-722D-2145-B75D-9443F98102FA}" dt="2025-11-16T23:32:02.764" v="1" actId="26606"/>
          <ac:spMkLst>
            <pc:docMk/>
            <pc:sldMk cId="110657206" sldId="259"/>
            <ac:spMk id="24" creationId="{DF9AD32D-FF05-44F4-BD4D-9CEE89B71EB9}"/>
          </ac:spMkLst>
        </pc:spChg>
        <pc:grpChg chg="del">
          <ac:chgData name="George Pulickan" userId="d4994702-2fe4-4ae6-a605-14581422a4ea" providerId="ADAL" clId="{E8F38EA5-722D-2145-B75D-9443F98102FA}" dt="2025-11-16T23:32:02.764" v="1" actId="26606"/>
          <ac:grpSpMkLst>
            <pc:docMk/>
            <pc:sldMk cId="110657206" sldId="259"/>
            <ac:grpSpMk id="10" creationId="{5D1A9D8B-3117-4D9D-BDA4-DD81895098B0}"/>
          </ac:grpSpMkLst>
        </pc:grpChg>
      </pc:sldChg>
      <pc:sldChg chg="addSp modSp mod setBg">
        <pc:chgData name="George Pulickan" userId="d4994702-2fe4-4ae6-a605-14581422a4ea" providerId="ADAL" clId="{E8F38EA5-722D-2145-B75D-9443F98102FA}" dt="2025-11-16T23:31:45.491" v="0" actId="26606"/>
        <pc:sldMkLst>
          <pc:docMk/>
          <pc:sldMk cId="3472941875" sldId="262"/>
        </pc:sldMkLst>
        <pc:spChg chg="mod">
          <ac:chgData name="George Pulickan" userId="d4994702-2fe4-4ae6-a605-14581422a4ea" providerId="ADAL" clId="{E8F38EA5-722D-2145-B75D-9443F98102FA}" dt="2025-11-16T23:31:45.491" v="0" actId="26606"/>
          <ac:spMkLst>
            <pc:docMk/>
            <pc:sldMk cId="3472941875" sldId="262"/>
            <ac:spMk id="2" creationId="{CB289B42-95F0-CF58-EC88-429E7F559F94}"/>
          </ac:spMkLst>
        </pc:spChg>
        <pc:spChg chg="mod">
          <ac:chgData name="George Pulickan" userId="d4994702-2fe4-4ae6-a605-14581422a4ea" providerId="ADAL" clId="{E8F38EA5-722D-2145-B75D-9443F98102FA}" dt="2025-11-16T23:31:45.491" v="0" actId="26606"/>
          <ac:spMkLst>
            <pc:docMk/>
            <pc:sldMk cId="3472941875" sldId="262"/>
            <ac:spMk id="3" creationId="{E5A91F17-FC0A-B308-E5BF-C8E7AE178681}"/>
          </ac:spMkLst>
        </pc:spChg>
        <pc:spChg chg="mod">
          <ac:chgData name="George Pulickan" userId="d4994702-2fe4-4ae6-a605-14581422a4ea" providerId="ADAL" clId="{E8F38EA5-722D-2145-B75D-9443F98102FA}" dt="2025-11-16T23:31:45.491" v="0" actId="26606"/>
          <ac:spMkLst>
            <pc:docMk/>
            <pc:sldMk cId="3472941875" sldId="262"/>
            <ac:spMk id="4" creationId="{A126E852-1D03-6840-1968-4D58EAC17CB6}"/>
          </ac:spMkLst>
        </pc:spChg>
        <pc:spChg chg="add">
          <ac:chgData name="George Pulickan" userId="d4994702-2fe4-4ae6-a605-14581422a4ea" providerId="ADAL" clId="{E8F38EA5-722D-2145-B75D-9443F98102FA}" dt="2025-11-16T23:31:45.491" v="0" actId="26606"/>
          <ac:spMkLst>
            <pc:docMk/>
            <pc:sldMk cId="3472941875" sldId="262"/>
            <ac:spMk id="9" creationId="{4C608BEB-860E-4094-8511-78603564A75E}"/>
          </ac:spMkLst>
        </pc:spChg>
        <pc:cxnChg chg="add">
          <ac:chgData name="George Pulickan" userId="d4994702-2fe4-4ae6-a605-14581422a4ea" providerId="ADAL" clId="{E8F38EA5-722D-2145-B75D-9443F98102FA}" dt="2025-11-16T23:31:45.491" v="0" actId="26606"/>
          <ac:cxnSpMkLst>
            <pc:docMk/>
            <pc:sldMk cId="3472941875" sldId="262"/>
            <ac:cxnSpMk id="11" creationId="{1F16A8D4-FE87-4604-88B2-394B5D1EB43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5832-ADFC-854F-7938-1D84E1777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C5D2A-D912-694E-B1B5-736B6C3B6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88728-8299-E58B-803C-503A34DF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B1EB4-541D-3142-0C1D-9076AAD2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21A5B-D516-9BF1-0FFA-A6C2B0F0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8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D959-5C23-2365-71A0-CDD6BC17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AD86C-B080-6063-2640-F949F60B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39878-3545-49C8-A654-411AE951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9366-F39D-879D-694B-FFCD708E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98FD-72C1-9149-7A6D-4FF7A180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0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6F5E-C1C8-C4BF-7B9A-E501707D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B066-A8E2-4A97-B079-4396936CE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F4F4-D8BA-4C13-0916-369E7D4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3AD3-04B0-6273-3C61-98B95E8D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02444-F577-3C40-BD52-883D6C13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9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A2DC-B531-BBDF-5B07-0A5F965B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41E5C-D2BC-423D-DA1A-D2F2F73B0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6C35F-2DCE-9CE2-2816-8FB848E97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91B6-4AB9-8D2F-AA17-480E3A10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B83A7-838C-A6C2-3370-6952DC45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74579-12F8-CC4C-A9FC-EFF63566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1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D69B-BEAB-3F1F-DEEC-6CD0641C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87F01-4070-4490-45F1-23D84D3D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8AD25-17F6-C5C2-86CA-D02FE07D3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844C3-DC20-3FE4-C1DB-0409CB419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00F92-FA18-A4D6-C97F-57181FDDC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5D956-19F9-EB73-9950-0833D4EF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3E7AE-109C-FAF1-FC51-523E9E83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E2051E-CEFD-1143-7845-9E7668F5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6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BDE2-4738-9DF7-4A24-633A611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BDBF1-7503-63F7-F7D9-82BA8961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B880C-FCFE-1259-E925-BB02EBA9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7B66F-D891-BC64-010D-21C4C095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7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A96A-C1F4-7647-39F5-CA3EEB7B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12FF2-B001-3E97-BA96-57B1D89F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5C958-1C4A-4566-391A-ADD91A8D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7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4C3C-AC53-D5DF-AC54-C4EEC48B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612EB-B43F-FA32-6B4E-2B86AC006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52AC-70DB-DAD7-3BA9-201296671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443FB-493F-E6F8-E7B1-491A35D9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55247-AE4B-113C-655D-DCD56A601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3FF36-3F00-2713-9CD2-1DC74264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0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7DCC-D06E-31BD-88F3-18C8C513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BE624-CBC3-021B-50EB-A28B36638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2BCCD-D236-2D69-1F17-72AB8816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BB46A-AC86-3747-E692-BFD2C6A0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53B03-3552-5129-B4EB-CDD73583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A54AF-4606-D4EE-5F07-F86EEE8B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9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75B7-8AB7-8B71-4481-FD10F468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6A922-BA04-1689-1E6B-84BDA4D3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CCEF-830B-9918-A82A-45CA687F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10FD-7389-0B45-7C36-72F53C36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2C72-055D-B364-337D-8B0A7290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4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5879F2-65CE-6C50-C924-D328F725F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48556-2195-FCF2-BA71-3FA95FC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7CE68-B507-8264-2EE6-DBD6A7E7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F847-3EAF-A152-4B7C-E730914D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96023-ED11-572C-31A3-FA07E535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3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15D9B-4385-22BC-1267-B0DD6015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547DF-A324-7D31-F32A-EC6B059F3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8360-3FE8-4A9D-E13F-8F892E2AF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4AB46-B12E-C848-990C-4CEA01C67A7B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3F057-E617-941A-855D-7F6814CFC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C2DE9-4596-91CD-7A41-04D2B5A75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3BA85-A3F0-3448-929C-A2F9FD374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9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582F8-E35F-AB08-FD68-02E025A24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Somacast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75A4E-8C46-4405-BBD4-D387CC87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/>
              <a:t>A privacy-first, on-device app that listens for 10 seconds, detects cognitive overload, and quickly delivers a science-backed micro-intervention (breathing, grounding, or pacing) providing relief.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93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58835-794C-B40D-EDC6-9165BFA3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800"/>
              <a:t>Impact and Usefulness in Real World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9884-4C93-A025-7905-761F9B7D9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1500" dirty="0"/>
              <a:t>Addresses the rising real-world need for accessible stress regulation</a:t>
            </a:r>
          </a:p>
          <a:p>
            <a:r>
              <a:rPr lang="en-GB" sz="1500" dirty="0"/>
              <a:t>Detects cognitive overload early - before it becomes burnout, panic, or performance decline.</a:t>
            </a:r>
          </a:p>
          <a:p>
            <a:r>
              <a:rPr lang="en-GB" sz="1500" dirty="0"/>
              <a:t>Provides immediate, science-backed relief through micro-interventions users can perform anywhere.</a:t>
            </a:r>
          </a:p>
          <a:p>
            <a:r>
              <a:rPr lang="en-GB" sz="1500" dirty="0"/>
              <a:t>Supports high-stress professionals who need fast stabilization during demanding tasks.</a:t>
            </a:r>
          </a:p>
          <a:p>
            <a:r>
              <a:rPr lang="en-GB" sz="1500" dirty="0"/>
              <a:t>Empowers users with self autonomy: real mental-state detection without sacrificing privacy or relying on cloud-based analytics.</a:t>
            </a:r>
          </a:p>
          <a:p>
            <a:endParaRPr lang="en-US" sz="1500" dirty="0"/>
          </a:p>
        </p:txBody>
      </p:sp>
      <p:pic>
        <p:nvPicPr>
          <p:cNvPr id="37" name="Graphic 36" descr="Cloud Computing">
            <a:extLst>
              <a:ext uri="{FF2B5EF4-FFF2-40B4-BE49-F238E27FC236}">
                <a16:creationId xmlns:a16="http://schemas.microsoft.com/office/drawing/2014/main" id="{5BE9858F-816C-8F46-D028-03C398B65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2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0D403-8719-9D6B-ECFA-7F0EF072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Business and Strategy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A6E8-B824-56AC-D028-49FC958C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1700"/>
              <a:t>Positioned at the intersection of mental wellness, AI health tooling, and privacy-first tech - three fast-growing markets.</a:t>
            </a:r>
          </a:p>
          <a:p>
            <a:r>
              <a:rPr lang="en-GB" sz="1700"/>
              <a:t>Differentiates from competitors through </a:t>
            </a:r>
            <a:r>
              <a:rPr lang="en-GB" sz="1700" b="1"/>
              <a:t>on-device processing</a:t>
            </a:r>
            <a:r>
              <a:rPr lang="en-GB" sz="1700"/>
              <a:t>, eliminating the trust issues that plague mental-health AI apps.</a:t>
            </a:r>
          </a:p>
          <a:p>
            <a:r>
              <a:rPr lang="en-GB" sz="1700"/>
              <a:t>Monetization paths include subscription (pro features) and enterprise partnerships (corporate wellness)</a:t>
            </a:r>
          </a:p>
          <a:p>
            <a:r>
              <a:rPr lang="en-GB" sz="1700"/>
              <a:t>Brand strategy centers on safety, trust, and scientific credibility - critical for adoption in healthcare- and productivity-focused verticals.</a:t>
            </a:r>
          </a:p>
        </p:txBody>
      </p:sp>
      <p:pic>
        <p:nvPicPr>
          <p:cNvPr id="4" name="Picture 2" descr="The Rise of Anxiety and Depression among Young Adults in the United States  - Ballard Brief">
            <a:extLst>
              <a:ext uri="{FF2B5EF4-FFF2-40B4-BE49-F238E27FC236}">
                <a16:creationId xmlns:a16="http://schemas.microsoft.com/office/drawing/2014/main" id="{C9CAC495-677F-2CA9-740E-70B1865D5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668483"/>
            <a:ext cx="5458968" cy="352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67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89B42-95F0-CF58-EC88-429E7F55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Technicals &amp;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91F17-FC0A-B308-E5BF-C8E7AE178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FRONTEND</a:t>
            </a:r>
          </a:p>
          <a:p>
            <a:r>
              <a:rPr lang="en-GB" sz="2000" b="1"/>
              <a:t>Next.js (React + TypeScript)</a:t>
            </a:r>
            <a:r>
              <a:rPr lang="en-GB" sz="2000"/>
              <a:t> as the main framework for a fast, server-rendered web app.</a:t>
            </a:r>
          </a:p>
          <a:p>
            <a:r>
              <a:rPr lang="en-GB" sz="2000" b="1"/>
              <a:t>Tailwind CSS</a:t>
            </a:r>
            <a:r>
              <a:rPr lang="en-GB" sz="2000"/>
              <a:t> for utility-first styling and rapid UI iteration.</a:t>
            </a:r>
          </a:p>
          <a:p>
            <a:r>
              <a:rPr lang="en-GB" sz="2000" b="1"/>
              <a:t>Vercel hosting</a:t>
            </a:r>
            <a:r>
              <a:rPr lang="en-GB" sz="2000"/>
              <a:t> for edge-optimized frontend deployment.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6E852-1D03-6840-1968-4D58EAC17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BACKEND:</a:t>
            </a:r>
            <a:endParaRPr lang="en-GB" sz="2000" b="1"/>
          </a:p>
          <a:p>
            <a:r>
              <a:rPr lang="en-GB" sz="2000" b="1"/>
              <a:t>Web Speech API: </a:t>
            </a:r>
            <a:r>
              <a:rPr lang="en-GB" sz="2000"/>
              <a:t>Browser-native speech recognition.</a:t>
            </a:r>
            <a:endParaRPr lang="en-GB" sz="2000" b="1"/>
          </a:p>
          <a:p>
            <a:r>
              <a:rPr lang="en-GB" sz="2000" b="1"/>
              <a:t>Hugging Face API Routes: </a:t>
            </a:r>
            <a:r>
              <a:rPr lang="en-GB" sz="2000"/>
              <a:t>robust sentiment analysis/NLP frameworks.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7294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86F11-D506-9A0E-EB55-4392439F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0657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B950-62EE-9CC8-A0F0-E083BF58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BDAE1-EA86-17EE-4A88-02509484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9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088474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253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Somacast</vt:lpstr>
      <vt:lpstr>Impact and Usefulness in Real World</vt:lpstr>
      <vt:lpstr>Business and Strategy</vt:lpstr>
      <vt:lpstr>Technicals &amp; Models Used</vt:lpstr>
      <vt:lpstr>Demo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Pulickan</dc:creator>
  <cp:lastModifiedBy>George Pulickan</cp:lastModifiedBy>
  <cp:revision>1</cp:revision>
  <dcterms:created xsi:type="dcterms:W3CDTF">2025-11-16T16:52:29Z</dcterms:created>
  <dcterms:modified xsi:type="dcterms:W3CDTF">2025-11-16T23:32:05Z</dcterms:modified>
</cp:coreProperties>
</file>